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882396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058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Googleレビュー管理システム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レビュー獲得・管理プラットフォーム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" y="2697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QRコード生成 ／ 満足度アンケート ／ AI口コミ生成 ／ クーポン自動送信 ／ AI返答生成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4846320"/>
            <a:ext cx="8823960" cy="297180"/>
          </a:xfrm>
          <a:prstGeom prst="rect">
            <a:avLst/>
          </a:prstGeom>
          <a:solidFill>
            <a:srgbClr val="062B33"/>
          </a:solidFill>
          <a:ln w="12700">
            <a:solidFill>
              <a:srgbClr val="062B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48554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BD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サービス概要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システムの目的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44752"/>
            <a:ext cx="356616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5448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マッサージ店のオーナー・スタッフが、Googleレビューの獲得と返答対応をかんたんに管理できるWebアプリです。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お客様がQRコードを読み取るだけで、満足度アンケートに回答でき、AIが口コミ文を自動生成。そのままGoogleレビューページへ誘導します。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14400"/>
            <a:ext cx="73152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8032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レビュー獲得の自動化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28032" y="13258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D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QRコードとアンケートで、自然な流れでGoogleレビューを増やします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205740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057400"/>
            <a:ext cx="73152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2148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AI口コミ＆返答で業務効率化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28032" y="24688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D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アンケート内容からAIが口コミ文を生成。返答文もAIが自動作成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20040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3200400"/>
            <a:ext cx="73152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3291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クーポンで再来店促進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28032" y="36118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D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アンケート回答者へクーポンをメールで自動送信。リピーターを獲得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主要機能一覧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978408"/>
            <a:ext cx="475488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978408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" y="13898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QRコード生成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764792"/>
            <a:ext cx="24688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D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店舗ごとにデザイン付きQRコードを生成・印刷。カラー・形状・絵文字ロゴを自由設定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72968" y="86868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82696" y="978408"/>
            <a:ext cx="475488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82696" y="978408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82696" y="13898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クーポン自動送信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82696" y="1764792"/>
            <a:ext cx="24688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D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回答者にクーポンコードをメールで自動生成・送信。再来店を促進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25896" y="868680"/>
            <a:ext cx="26974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35624" y="978408"/>
            <a:ext cx="475488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35624" y="978408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35624" y="138988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AI返答生成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35624" y="1764792"/>
            <a:ext cx="24688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D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Googleレビューへの返答文をAIが自動生成。クリップボードにコピーしてすぐ貼付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2697480"/>
            <a:ext cx="416052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834640"/>
            <a:ext cx="475488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834640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2461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AI口コミ生成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68503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D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アンケート内容をもとにAIがクチコミを生成します。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C7D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お客様はそのままコピーしてGoogleレビューに投稿できます。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63440" y="2697480"/>
            <a:ext cx="416052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697480"/>
            <a:ext cx="4160520" cy="9144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2880360"/>
            <a:ext cx="1005840" cy="2926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28803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実装予定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2880360"/>
            <a:ext cx="475488" cy="32004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880360"/>
            <a:ext cx="475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00600" y="32918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LINEで毎週届くMEO対策情報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00600" y="374904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D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最新のGoogleレビューを毎週取得してAIが生成した返答文をLINEで毎週配信。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C7D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オーナー様はボタン一つでレビューの返答文が投稿される仕組みです。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お客様の導線フロー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1920240" cy="1645920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QRコードをスキャン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店頭のQRコードをスマホで読み取る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76856" y="1673352"/>
            <a:ext cx="164592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68296" y="160020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96312" y="868680"/>
            <a:ext cx="1920240" cy="1645920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7752" y="9144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87752" y="1188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アンケート回答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587752" y="16916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満足度・感想を選んで送信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53128" y="1673352"/>
            <a:ext cx="164592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160020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72584" y="868680"/>
            <a:ext cx="1920240" cy="1645920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64024" y="9144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64024" y="1188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AIが口コミ生成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764024" y="16916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アンケート内容をもとにAIが口コミ文を自動作成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629400" y="1673352"/>
            <a:ext cx="164592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1600200"/>
            <a:ext cx="137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848856" y="868680"/>
            <a:ext cx="1920240" cy="1645920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0296" y="9144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40296" y="1188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コピー＆Google画面へ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940296" y="16916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ボタン1つでコピーしてGoogleレビュー画面を起動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2743200"/>
            <a:ext cx="8503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2743200"/>
            <a:ext cx="73152" cy="10972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283464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クーポン機能（オプション）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0352" y="32004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D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アンケートに答えたお客様へクーポンを送る機能を設定できます。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" y="3977640"/>
            <a:ext cx="8503920" cy="914400"/>
          </a:xfrm>
          <a:prstGeom prst="rect">
            <a:avLst/>
          </a:prstGeom>
          <a:solidFill>
            <a:srgbClr val="F0EBF9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08736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3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【実装予定】  LINEでAIが生成した返答文を毎週お届け。オーナー様はボタン一つで投稿完了。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QRコード生成機能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1480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デザインオプション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374904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6304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カラー・グラデーション（放射状・横・縦）を自由設定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背景色を変更可能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モジュール形状：四角・丸角・ドットから選択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中央に絵文字ロゴを配置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高解像度 PNG（1024×1024 px）でダウンロード・印刷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822960"/>
            <a:ext cx="411480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9601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生成手順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92040" y="1325880"/>
            <a:ext cx="374904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1508760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508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0" y="152704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「QRコード生成」をクリック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92040" y="2130552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03520" y="214884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「店舗を追加」で店舗名・GoogleレビューURLを登録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92040" y="2752344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752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03520" y="277063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対象店舗を選択し、デザインを設定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3374136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374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0" y="339242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「QRコードを生成する」をクリック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3995928"/>
            <a:ext cx="310896" cy="31089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995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03520" y="401421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プレビュー確認後「PNGダウンロード」または「印刷」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AI返答生成機能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8503920" cy="914400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96112"/>
            <a:ext cx="80467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Googleレビューへの返答文をAIが自動生成。コピーしてGoogleに貼り付けるだけで完了。OpenRouter API（claude-3など複数LLM対応）を使用。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920240"/>
            <a:ext cx="26974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920240"/>
            <a:ext cx="269748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9751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9768" y="2331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「AI返答生成」をクリック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29768" y="27157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D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管理画面のナビゲーションから遷移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72968" y="1920240"/>
            <a:ext cx="26974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1920240"/>
            <a:ext cx="269748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82696" y="19751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82696" y="2331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レビューを貼り付ける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82696" y="27157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D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Googleレビューをコピーしてテキストエリアにペースト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25896" y="1920240"/>
            <a:ext cx="26974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25896" y="1920240"/>
            <a:ext cx="269748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35624" y="197510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35624" y="2331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「AI返答を生成する」をクリック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35624" y="27157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D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Ctrl+Enter でも生成可能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383280"/>
            <a:ext cx="26974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3383280"/>
            <a:ext cx="269748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34381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9768" y="3794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内容を確認・編集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29768" y="41788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D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必要に応じて返答文を調整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172968" y="3383280"/>
            <a:ext cx="26974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72968" y="3383280"/>
            <a:ext cx="269748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82696" y="34381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82696" y="3794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クリップボードにコピー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282696" y="41788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7D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Googleレビューの返信欄に貼り付けて完了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C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3D47"/>
          </a:solidFill>
          <a:ln w="12700">
            <a:solidFill>
              <a:srgbClr val="0A3D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クーポン設定機能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813816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9601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管理者のクーポン設定手順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389888"/>
            <a:ext cx="768096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72768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07008" y="1572768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「QRコード生成」画面で対象店舗を選択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07008" y="192024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D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登録済みの店舗一覧から設定したい店舗を選ぶ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2286000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286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07008" y="2286000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「クーポン設定」パネルを展開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07008" y="263347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D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店舗選択後に表示されるパネルをクリックして開く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" y="2999232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999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07008" y="2999232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クーポン名・割引内容・有効日数を入力して「保存」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07008" y="3346704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D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例：「次回10%OFF」「30日間有効」など自由に設定可能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20" y="3712464"/>
            <a:ext cx="347472" cy="34747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712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07008" y="3712464"/>
            <a:ext cx="713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「クーポンを有効にする」をオンにする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07008" y="4059936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7D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スイッチをオンにするとアンケート回答者へ自動送信が開始される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Googleレビュー管理システム</dc:title>
  <dc:subject>PptxGenJS Presentation</dc:subject>
  <dc:creator>PptxGenJS</dc:creator>
  <cp:lastModifiedBy>PptxGenJS</cp:lastModifiedBy>
  <cp:revision>1</cp:revision>
  <dcterms:created xsi:type="dcterms:W3CDTF">2026-03-11T02:12:38Z</dcterms:created>
  <dcterms:modified xsi:type="dcterms:W3CDTF">2026-03-11T02:12:38Z</dcterms:modified>
</cp:coreProperties>
</file>